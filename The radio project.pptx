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E1438-089D-0B9A-72D1-D2EA9B7719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339D85-4B35-F45B-516D-74CFAC4DBE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8ED1CF-D74A-9744-2EBB-BA7DB1ADC97C}"/>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5" name="Footer Placeholder 4">
            <a:extLst>
              <a:ext uri="{FF2B5EF4-FFF2-40B4-BE49-F238E27FC236}">
                <a16:creationId xmlns:a16="http://schemas.microsoft.com/office/drawing/2014/main" id="{2C64A8CB-2915-70D7-EB16-B1DA27B002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2B1472-F753-90A3-C4AA-B3D6AA04BEC2}"/>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20228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FDB8-4104-0419-FAAB-ACAF96B1A5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059104-5914-6B25-6C0B-0F78D68BFF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F47177-DAE6-3D14-7624-C0C1633C8129}"/>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5" name="Footer Placeholder 4">
            <a:extLst>
              <a:ext uri="{FF2B5EF4-FFF2-40B4-BE49-F238E27FC236}">
                <a16:creationId xmlns:a16="http://schemas.microsoft.com/office/drawing/2014/main" id="{AD9EFC94-AC52-C422-B9FA-06A9B4E3CE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887356-6487-CC49-5A22-3639DCEFE3B3}"/>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370152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8BB2-A200-0BB0-09CA-40CE9A6118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7B0590-F459-5B5A-673A-523BC06807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13EBC9-F394-75A0-4275-879DE5803F90}"/>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5" name="Footer Placeholder 4">
            <a:extLst>
              <a:ext uri="{FF2B5EF4-FFF2-40B4-BE49-F238E27FC236}">
                <a16:creationId xmlns:a16="http://schemas.microsoft.com/office/drawing/2014/main" id="{7D2A32AC-8F0A-0717-2E1E-EDF9EA598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5CE349-AF24-65E1-6590-91BCE82C6D04}"/>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1485989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4E8FB-E436-FC72-15CF-F66B146A30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B6EA27-12AB-3F71-C728-A6E3EF7638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4465C6-5421-C059-F97A-1D572C800F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D4DD4B-E5C0-26D9-0FCD-B0CCEA292F1F}"/>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6" name="Footer Placeholder 5">
            <a:extLst>
              <a:ext uri="{FF2B5EF4-FFF2-40B4-BE49-F238E27FC236}">
                <a16:creationId xmlns:a16="http://schemas.microsoft.com/office/drawing/2014/main" id="{9D5B790A-9FBE-4D88-5AFF-73B2A00D0A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431655-4A81-59EB-D39A-A9F758D8E1E9}"/>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534496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0F05-D8DB-0AD3-4A76-A5CB0824DD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24FB51-0A41-AD62-3804-7AB1E21651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338F8E-8CCF-8CFE-2F8A-CE9E16C06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5130AF-265E-3544-914F-EA5C91CBD9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01528B-A6ED-7F16-1C4A-42F4D0E522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CC7223-A74B-450E-1036-6A0473E2CF45}"/>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8" name="Footer Placeholder 7">
            <a:extLst>
              <a:ext uri="{FF2B5EF4-FFF2-40B4-BE49-F238E27FC236}">
                <a16:creationId xmlns:a16="http://schemas.microsoft.com/office/drawing/2014/main" id="{CDB4ABF2-5156-1261-1064-84933A0A24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99B7F2-0DBE-0682-6FDD-47993CEE5417}"/>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4068892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C19A-809B-F093-78BA-EF2D5E9E92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2DF762-8753-6ECB-1257-C72CD7B20C79}"/>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4" name="Footer Placeholder 3">
            <a:extLst>
              <a:ext uri="{FF2B5EF4-FFF2-40B4-BE49-F238E27FC236}">
                <a16:creationId xmlns:a16="http://schemas.microsoft.com/office/drawing/2014/main" id="{FE85BD95-4B50-07A4-0580-0FBBB4F98B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421D36B-CAC1-1FBC-6E4B-DD0DBCDAB87D}"/>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942353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3B418-59F7-54C1-61A9-D7D743348806}"/>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3" name="Footer Placeholder 2">
            <a:extLst>
              <a:ext uri="{FF2B5EF4-FFF2-40B4-BE49-F238E27FC236}">
                <a16:creationId xmlns:a16="http://schemas.microsoft.com/office/drawing/2014/main" id="{A02389DD-E9F2-839A-7B4E-B6FE8BC058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5DF452-D31D-9687-1655-94663D13A704}"/>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310265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7BC0-7B37-5028-6BCF-AE610001F6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E0DF01-1D47-C3E4-D0E1-E405668C17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61E694-6D8D-ED14-E36F-0863D64A0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1E7FD2-59CF-A80D-50FA-0EE565883ADA}"/>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6" name="Footer Placeholder 5">
            <a:extLst>
              <a:ext uri="{FF2B5EF4-FFF2-40B4-BE49-F238E27FC236}">
                <a16:creationId xmlns:a16="http://schemas.microsoft.com/office/drawing/2014/main" id="{7A5504DD-7461-ED99-BDF7-36021DC612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86C1AF-9A48-5DB9-B5E0-BE09BB468374}"/>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3570547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C39B7-D174-3061-DA31-BA60C264D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6447A7-9EBA-60D6-E62B-EB812E9A2F3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981D21A-01AE-49D2-E80E-1CE059DC9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EF24A-3182-9357-F682-C8B66B04DF79}"/>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6" name="Footer Placeholder 5">
            <a:extLst>
              <a:ext uri="{FF2B5EF4-FFF2-40B4-BE49-F238E27FC236}">
                <a16:creationId xmlns:a16="http://schemas.microsoft.com/office/drawing/2014/main" id="{92AC9DD0-DDD2-0144-DE34-45CCEB2536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0F0444-C39A-DE7A-FE1A-C3F969015F94}"/>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45837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AFCB-BFCF-BFC9-B051-079F7F5EE4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097B87-88ED-807C-8A87-A4682D0ED4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7FE0F1-F3E9-D6AE-994D-10BC5DC8CAA3}"/>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5" name="Footer Placeholder 4">
            <a:extLst>
              <a:ext uri="{FF2B5EF4-FFF2-40B4-BE49-F238E27FC236}">
                <a16:creationId xmlns:a16="http://schemas.microsoft.com/office/drawing/2014/main" id="{4A0C00AE-EE4D-39AD-2245-DEF0C1B75C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86B43E-D3B5-C545-A08F-437E54E7F9F4}"/>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3973918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64B6-1160-E69B-2B56-2566BE5F23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D42A65-5F97-B34B-4819-98A246CD44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7A21FD-2704-BA8E-7236-7812AB7670AB}"/>
              </a:ext>
            </a:extLst>
          </p:cNvPr>
          <p:cNvSpPr>
            <a:spLocks noGrp="1"/>
          </p:cNvSpPr>
          <p:nvPr>
            <p:ph type="dt" sz="half" idx="10"/>
          </p:nvPr>
        </p:nvSpPr>
        <p:spPr/>
        <p:txBody>
          <a:bodyPr/>
          <a:lstStyle/>
          <a:p>
            <a:fld id="{20188D04-3FB5-483F-9324-6DE4D88A9D09}" type="datetimeFigureOut">
              <a:rPr lang="en-IN" smtClean="0"/>
              <a:t>04-10-2026</a:t>
            </a:fld>
            <a:endParaRPr lang="en-IN"/>
          </a:p>
        </p:txBody>
      </p:sp>
      <p:sp>
        <p:nvSpPr>
          <p:cNvPr id="5" name="Footer Placeholder 4">
            <a:extLst>
              <a:ext uri="{FF2B5EF4-FFF2-40B4-BE49-F238E27FC236}">
                <a16:creationId xmlns:a16="http://schemas.microsoft.com/office/drawing/2014/main" id="{091ACA7F-4151-CB9E-C7AE-8A2E1DBE69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7410C8-2EE5-CD5D-9E23-D46C738A871F}"/>
              </a:ext>
            </a:extLst>
          </p:cNvPr>
          <p:cNvSpPr>
            <a:spLocks noGrp="1"/>
          </p:cNvSpPr>
          <p:nvPr>
            <p:ph type="sldNum" sz="quarter" idx="12"/>
          </p:nvPr>
        </p:nvSpPr>
        <p:spPr/>
        <p:txBody>
          <a:bodyPr/>
          <a:lstStyle/>
          <a:p>
            <a:fld id="{2F2B59B2-A45B-4E42-8B2B-5B743051E415}" type="slidenum">
              <a:rPr lang="en-IN" smtClean="0"/>
              <a:t>‹#›</a:t>
            </a:fld>
            <a:endParaRPr lang="en-IN"/>
          </a:p>
        </p:txBody>
      </p:sp>
    </p:spTree>
    <p:extLst>
      <p:ext uri="{BB962C8B-B14F-4D97-AF65-F5344CB8AC3E}">
        <p14:creationId xmlns:p14="http://schemas.microsoft.com/office/powerpoint/2010/main" val="1158545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DE4A70-83A8-39CC-1B75-827B83D693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67D6B0-97C2-73FC-4162-D3C3DAD140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1433D9-79AF-8057-C54B-5EB85305B5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188D04-3FB5-483F-9324-6DE4D88A9D09}" type="datetimeFigureOut">
              <a:rPr lang="en-IN" smtClean="0"/>
              <a:t>04-10-2026</a:t>
            </a:fld>
            <a:endParaRPr lang="en-IN"/>
          </a:p>
        </p:txBody>
      </p:sp>
      <p:sp>
        <p:nvSpPr>
          <p:cNvPr id="5" name="Footer Placeholder 4">
            <a:extLst>
              <a:ext uri="{FF2B5EF4-FFF2-40B4-BE49-F238E27FC236}">
                <a16:creationId xmlns:a16="http://schemas.microsoft.com/office/drawing/2014/main" id="{28C798C4-1D3E-4AFD-9268-8170E6F9DB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86DAFD-1BB1-D86B-D590-04F556439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B59B2-A45B-4E42-8B2B-5B743051E415}" type="slidenum">
              <a:rPr lang="en-IN" smtClean="0"/>
              <a:t>‹#›</a:t>
            </a:fld>
            <a:endParaRPr lang="en-IN"/>
          </a:p>
        </p:txBody>
      </p:sp>
    </p:spTree>
    <p:extLst>
      <p:ext uri="{BB962C8B-B14F-4D97-AF65-F5344CB8AC3E}">
        <p14:creationId xmlns:p14="http://schemas.microsoft.com/office/powerpoint/2010/main" val="3944743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F9EAD-D756-7934-2A3F-C3CE67FCBE2E}"/>
              </a:ext>
            </a:extLst>
          </p:cNvPr>
          <p:cNvSpPr>
            <a:spLocks noGrp="1"/>
          </p:cNvSpPr>
          <p:nvPr>
            <p:ph type="ctrTitle"/>
          </p:nvPr>
        </p:nvSpPr>
        <p:spPr/>
        <p:txBody>
          <a:bodyPr/>
          <a:lstStyle/>
          <a:p>
            <a:r>
              <a:rPr lang="en-IN" dirty="0"/>
              <a:t>The radio project</a:t>
            </a:r>
            <a:br>
              <a:rPr lang="en-IN" dirty="0"/>
            </a:br>
            <a:r>
              <a:rPr lang="en-IN" dirty="0"/>
              <a:t>YI</a:t>
            </a:r>
          </a:p>
        </p:txBody>
      </p:sp>
      <p:sp>
        <p:nvSpPr>
          <p:cNvPr id="3" name="Subtitle 2">
            <a:extLst>
              <a:ext uri="{FF2B5EF4-FFF2-40B4-BE49-F238E27FC236}">
                <a16:creationId xmlns:a16="http://schemas.microsoft.com/office/drawing/2014/main" id="{A3E311BC-B3F5-2D40-7CE8-A251C1C3B009}"/>
              </a:ext>
            </a:extLst>
          </p:cNvPr>
          <p:cNvSpPr>
            <a:spLocks noGrp="1"/>
          </p:cNvSpPr>
          <p:nvPr>
            <p:ph type="subTitle" idx="1"/>
          </p:nvPr>
        </p:nvSpPr>
        <p:spPr/>
        <p:txBody>
          <a:bodyPr/>
          <a:lstStyle/>
          <a:p>
            <a:r>
              <a:rPr lang="en-IN" dirty="0"/>
              <a:t>A brief of the project and future proposal</a:t>
            </a:r>
          </a:p>
          <a:p>
            <a:r>
              <a:rPr lang="en-IN" dirty="0"/>
              <a:t>Vinayak Nayak KV</a:t>
            </a:r>
          </a:p>
        </p:txBody>
      </p:sp>
    </p:spTree>
    <p:extLst>
      <p:ext uri="{BB962C8B-B14F-4D97-AF65-F5344CB8AC3E}">
        <p14:creationId xmlns:p14="http://schemas.microsoft.com/office/powerpoint/2010/main" val="1959232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E2D5-6180-F5C0-447C-B658B6D8FB74}"/>
              </a:ext>
            </a:extLst>
          </p:cNvPr>
          <p:cNvSpPr>
            <a:spLocks noGrp="1"/>
          </p:cNvSpPr>
          <p:nvPr>
            <p:ph type="title"/>
          </p:nvPr>
        </p:nvSpPr>
        <p:spPr/>
        <p:txBody>
          <a:bodyPr/>
          <a:lstStyle/>
          <a:p>
            <a:r>
              <a:rPr lang="en-IN" dirty="0"/>
              <a:t>The </a:t>
            </a:r>
            <a:r>
              <a:rPr lang="en-IN" dirty="0" err="1"/>
              <a:t>bininging</a:t>
            </a:r>
            <a:endParaRPr lang="en-IN" dirty="0"/>
          </a:p>
        </p:txBody>
      </p:sp>
      <p:sp>
        <p:nvSpPr>
          <p:cNvPr id="3" name="Content Placeholder 2">
            <a:extLst>
              <a:ext uri="{FF2B5EF4-FFF2-40B4-BE49-F238E27FC236}">
                <a16:creationId xmlns:a16="http://schemas.microsoft.com/office/drawing/2014/main" id="{134A34EB-84E3-4308-2C7C-85DF6F8E08BA}"/>
              </a:ext>
            </a:extLst>
          </p:cNvPr>
          <p:cNvSpPr>
            <a:spLocks noGrp="1"/>
          </p:cNvSpPr>
          <p:nvPr>
            <p:ph idx="1"/>
          </p:nvPr>
        </p:nvSpPr>
        <p:spPr/>
        <p:txBody>
          <a:bodyPr/>
          <a:lstStyle/>
          <a:p>
            <a:r>
              <a:rPr lang="en-IN" dirty="0"/>
              <a:t>This project started as a passion project at YI just before I started my 2</a:t>
            </a:r>
            <a:r>
              <a:rPr lang="en-IN" baseline="30000" dirty="0"/>
              <a:t>nd</a:t>
            </a:r>
            <a:r>
              <a:rPr lang="en-IN" dirty="0"/>
              <a:t> year of MSc. We were either planning on building a radio antenna or a spectrometer, because we wanted to introduce something new in the astro education community</a:t>
            </a:r>
          </a:p>
          <a:p>
            <a:r>
              <a:rPr lang="en-IN" dirty="0"/>
              <a:t>We stuck with the radio because both Tonny and I felt like it would be “easier” and cooler than a spectrometer.</a:t>
            </a:r>
          </a:p>
          <a:p>
            <a:r>
              <a:rPr lang="en-IN" dirty="0"/>
              <a:t>We did some research on what types there are and what can be done, watched tons of YouTube videos, and met Prabhu at RRI, who in the first meeting, already despised St. Joseph’s people told us we cant do it, and yet we are here</a:t>
            </a:r>
          </a:p>
          <a:p>
            <a:endParaRPr lang="en-IN" dirty="0"/>
          </a:p>
          <a:p>
            <a:pPr marL="0" indent="0">
              <a:buNone/>
            </a:pPr>
            <a:endParaRPr lang="en-IN" dirty="0"/>
          </a:p>
        </p:txBody>
      </p:sp>
    </p:spTree>
    <p:extLst>
      <p:ext uri="{BB962C8B-B14F-4D97-AF65-F5344CB8AC3E}">
        <p14:creationId xmlns:p14="http://schemas.microsoft.com/office/powerpoint/2010/main" val="3427350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1442B-C7C6-9DAF-405A-96E9D71481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F09831-C73D-B45C-68C0-E76014FACDCF}"/>
              </a:ext>
            </a:extLst>
          </p:cNvPr>
          <p:cNvSpPr>
            <a:spLocks noGrp="1"/>
          </p:cNvSpPr>
          <p:nvPr>
            <p:ph idx="1"/>
          </p:nvPr>
        </p:nvSpPr>
        <p:spPr/>
        <p:txBody>
          <a:bodyPr/>
          <a:lstStyle/>
          <a:p>
            <a:r>
              <a:rPr lang="en-IN" dirty="0"/>
              <a:t>Over multiple visits to RRI for various purposes, we were able to see the radio setups of RRI, the horn setups specifically, we had decided to build a horn antenna but things changed (</a:t>
            </a:r>
            <a:r>
              <a:rPr lang="en-IN" dirty="0" err="1"/>
              <a:t>que</a:t>
            </a:r>
            <a:r>
              <a:rPr lang="en-IN" dirty="0"/>
              <a:t> to OG ppt)</a:t>
            </a:r>
          </a:p>
          <a:p>
            <a:endParaRPr lang="en-IN" dirty="0"/>
          </a:p>
        </p:txBody>
      </p:sp>
    </p:spTree>
    <p:extLst>
      <p:ext uri="{BB962C8B-B14F-4D97-AF65-F5344CB8AC3E}">
        <p14:creationId xmlns:p14="http://schemas.microsoft.com/office/powerpoint/2010/main" val="798189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5732-15A3-500F-233C-E041B6759E67}"/>
              </a:ext>
            </a:extLst>
          </p:cNvPr>
          <p:cNvSpPr>
            <a:spLocks noGrp="1"/>
          </p:cNvSpPr>
          <p:nvPr>
            <p:ph type="title"/>
          </p:nvPr>
        </p:nvSpPr>
        <p:spPr/>
        <p:txBody>
          <a:bodyPr/>
          <a:lstStyle/>
          <a:p>
            <a:r>
              <a:rPr lang="en-IN" dirty="0"/>
              <a:t>The needle in the haystack</a:t>
            </a:r>
          </a:p>
        </p:txBody>
      </p:sp>
      <p:pic>
        <p:nvPicPr>
          <p:cNvPr id="5" name="Content Placeholder 4">
            <a:extLst>
              <a:ext uri="{FF2B5EF4-FFF2-40B4-BE49-F238E27FC236}">
                <a16:creationId xmlns:a16="http://schemas.microsoft.com/office/drawing/2014/main" id="{A20BD25E-C38F-2CB0-551E-7BCDCB5AAC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7849" y="1825625"/>
            <a:ext cx="3276301" cy="4351338"/>
          </a:xfrm>
          <a:prstGeom prst="rect">
            <a:avLst/>
          </a:prstGeom>
        </p:spPr>
      </p:pic>
    </p:spTree>
    <p:extLst>
      <p:ext uri="{BB962C8B-B14F-4D97-AF65-F5344CB8AC3E}">
        <p14:creationId xmlns:p14="http://schemas.microsoft.com/office/powerpoint/2010/main" val="277486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9E029-A776-16D4-6DA2-1D8CF3F9D51F}"/>
              </a:ext>
            </a:extLst>
          </p:cNvPr>
          <p:cNvSpPr>
            <a:spLocks noGrp="1"/>
          </p:cNvSpPr>
          <p:nvPr>
            <p:ph type="title"/>
          </p:nvPr>
        </p:nvSpPr>
        <p:spPr/>
        <p:txBody>
          <a:bodyPr/>
          <a:lstStyle/>
          <a:p>
            <a:r>
              <a:rPr lang="en-IN" dirty="0"/>
              <a:t>The struggle</a:t>
            </a:r>
          </a:p>
        </p:txBody>
      </p:sp>
      <p:sp>
        <p:nvSpPr>
          <p:cNvPr id="3" name="Content Placeholder 2">
            <a:extLst>
              <a:ext uri="{FF2B5EF4-FFF2-40B4-BE49-F238E27FC236}">
                <a16:creationId xmlns:a16="http://schemas.microsoft.com/office/drawing/2014/main" id="{7E26128A-B2C8-E3FB-B71E-F6932460CEE5}"/>
              </a:ext>
            </a:extLst>
          </p:cNvPr>
          <p:cNvSpPr>
            <a:spLocks noGrp="1"/>
          </p:cNvSpPr>
          <p:nvPr>
            <p:ph idx="1"/>
          </p:nvPr>
        </p:nvSpPr>
        <p:spPr/>
        <p:txBody>
          <a:bodyPr/>
          <a:lstStyle/>
          <a:p>
            <a:r>
              <a:rPr lang="en-IN" dirty="0"/>
              <a:t>For a year, we struggled to get things done, finding the perfect </a:t>
            </a:r>
            <a:r>
              <a:rPr lang="en-IN" dirty="0" err="1"/>
              <a:t>aluminum</a:t>
            </a:r>
            <a:r>
              <a:rPr lang="en-IN" dirty="0"/>
              <a:t> sheet, pipes, </a:t>
            </a:r>
            <a:r>
              <a:rPr lang="en-IN" dirty="0" err="1"/>
              <a:t>feed,getting</a:t>
            </a:r>
            <a:r>
              <a:rPr lang="en-IN" dirty="0"/>
              <a:t> the </a:t>
            </a:r>
            <a:r>
              <a:rPr lang="en-IN" dirty="0" err="1"/>
              <a:t>rtl</a:t>
            </a:r>
            <a:r>
              <a:rPr lang="en-IN" dirty="0"/>
              <a:t> </a:t>
            </a:r>
            <a:r>
              <a:rPr lang="en-IN" dirty="0" err="1"/>
              <a:t>sdr</a:t>
            </a:r>
            <a:r>
              <a:rPr lang="en-IN" dirty="0"/>
              <a:t>, the LNA, and so many small things</a:t>
            </a:r>
          </a:p>
          <a:p>
            <a:r>
              <a:rPr lang="en-IN" dirty="0"/>
              <a:t>We tried to use the same sheets but..[</a:t>
            </a:r>
            <a:r>
              <a:rPr lang="en-IN" dirty="0" err="1"/>
              <a:t>xrd</a:t>
            </a:r>
            <a:r>
              <a:rPr lang="en-IN" dirty="0"/>
              <a:t>]</a:t>
            </a:r>
          </a:p>
          <a:p>
            <a:r>
              <a:rPr lang="en-IN" dirty="0"/>
              <a:t>New sheets, new </a:t>
            </a:r>
            <a:r>
              <a:rPr lang="en-IN" dirty="0" err="1"/>
              <a:t>lna</a:t>
            </a:r>
            <a:r>
              <a:rPr lang="en-IN" dirty="0"/>
              <a:t>, and everything </a:t>
            </a:r>
          </a:p>
          <a:p>
            <a:r>
              <a:rPr lang="en-IN" dirty="0"/>
              <a:t>We had made 3d printed custom parts to hold things</a:t>
            </a:r>
          </a:p>
          <a:p>
            <a:r>
              <a:rPr lang="en-IN" dirty="0"/>
              <a:t> But even after getting all the things…..</a:t>
            </a:r>
          </a:p>
        </p:txBody>
      </p:sp>
    </p:spTree>
    <p:extLst>
      <p:ext uri="{BB962C8B-B14F-4D97-AF65-F5344CB8AC3E}">
        <p14:creationId xmlns:p14="http://schemas.microsoft.com/office/powerpoint/2010/main" val="2668771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2267-1533-36B6-3AC5-919E93AF23D7}"/>
              </a:ext>
            </a:extLst>
          </p:cNvPr>
          <p:cNvSpPr>
            <a:spLocks noGrp="1"/>
          </p:cNvSpPr>
          <p:nvPr>
            <p:ph type="title"/>
          </p:nvPr>
        </p:nvSpPr>
        <p:spPr/>
        <p:txBody>
          <a:bodyPr/>
          <a:lstStyle/>
          <a:p>
            <a:r>
              <a:rPr lang="en-IN" dirty="0"/>
              <a:t>Struggle 2.0</a:t>
            </a:r>
          </a:p>
        </p:txBody>
      </p:sp>
      <p:pic>
        <p:nvPicPr>
          <p:cNvPr id="5" name="Content Placeholder 4">
            <a:extLst>
              <a:ext uri="{FF2B5EF4-FFF2-40B4-BE49-F238E27FC236}">
                <a16:creationId xmlns:a16="http://schemas.microsoft.com/office/drawing/2014/main" id="{91E9EA75-BD69-A0A7-A928-258FED37D3C5}"/>
              </a:ext>
            </a:extLst>
          </p:cNvPr>
          <p:cNvPicPr>
            <a:picLocks noGrp="1" noChangeAspect="1"/>
          </p:cNvPicPr>
          <p:nvPr>
            <p:ph idx="1"/>
          </p:nvPr>
        </p:nvPicPr>
        <p:blipFill>
          <a:blip r:embed="rId2"/>
          <a:stretch>
            <a:fillRect/>
          </a:stretch>
        </p:blipFill>
        <p:spPr>
          <a:xfrm>
            <a:off x="3195108" y="1825625"/>
            <a:ext cx="5801784" cy="4351338"/>
          </a:xfrm>
          <a:prstGeom prst="rect">
            <a:avLst/>
          </a:prstGeom>
        </p:spPr>
      </p:pic>
    </p:spTree>
    <p:extLst>
      <p:ext uri="{BB962C8B-B14F-4D97-AF65-F5344CB8AC3E}">
        <p14:creationId xmlns:p14="http://schemas.microsoft.com/office/powerpoint/2010/main" val="575349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B52D-A3BE-C938-8DA9-974C9084B02B}"/>
              </a:ext>
            </a:extLst>
          </p:cNvPr>
          <p:cNvSpPr>
            <a:spLocks noGrp="1"/>
          </p:cNvSpPr>
          <p:nvPr>
            <p:ph type="title"/>
          </p:nvPr>
        </p:nvSpPr>
        <p:spPr/>
        <p:txBody>
          <a:bodyPr/>
          <a:lstStyle/>
          <a:p>
            <a:r>
              <a:rPr lang="en-IN" dirty="0"/>
              <a:t>Fresh struggle	</a:t>
            </a:r>
          </a:p>
        </p:txBody>
      </p:sp>
      <p:sp>
        <p:nvSpPr>
          <p:cNvPr id="3" name="Content Placeholder 2">
            <a:extLst>
              <a:ext uri="{FF2B5EF4-FFF2-40B4-BE49-F238E27FC236}">
                <a16:creationId xmlns:a16="http://schemas.microsoft.com/office/drawing/2014/main" id="{A4E3243B-5113-1456-41BF-E3E4FAE1447B}"/>
              </a:ext>
            </a:extLst>
          </p:cNvPr>
          <p:cNvSpPr>
            <a:spLocks noGrp="1"/>
          </p:cNvSpPr>
          <p:nvPr>
            <p:ph idx="1"/>
          </p:nvPr>
        </p:nvSpPr>
        <p:spPr/>
        <p:txBody>
          <a:bodyPr/>
          <a:lstStyle/>
          <a:p>
            <a:r>
              <a:rPr lang="en-IN" dirty="0"/>
              <a:t>We started fresh by removing the 3d prints </a:t>
            </a:r>
          </a:p>
          <a:p>
            <a:r>
              <a:rPr lang="en-IN" dirty="0"/>
              <a:t>We looked for better parts, got more new things</a:t>
            </a:r>
          </a:p>
          <a:p>
            <a:r>
              <a:rPr lang="en-IN" dirty="0"/>
              <a:t>Recalibrated the pipes and the dish</a:t>
            </a:r>
          </a:p>
          <a:p>
            <a:r>
              <a:rPr lang="en-IN" dirty="0"/>
              <a:t>And after lots of effort after almost 1year and 2months</a:t>
            </a:r>
          </a:p>
        </p:txBody>
      </p:sp>
    </p:spTree>
    <p:extLst>
      <p:ext uri="{BB962C8B-B14F-4D97-AF65-F5344CB8AC3E}">
        <p14:creationId xmlns:p14="http://schemas.microsoft.com/office/powerpoint/2010/main" val="102332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66DD-73DF-401F-F3EC-8A6568EF7487}"/>
              </a:ext>
            </a:extLst>
          </p:cNvPr>
          <p:cNvSpPr>
            <a:spLocks noGrp="1"/>
          </p:cNvSpPr>
          <p:nvPr>
            <p:ph type="title"/>
          </p:nvPr>
        </p:nvSpPr>
        <p:spPr/>
        <p:txBody>
          <a:bodyPr/>
          <a:lstStyle/>
          <a:p>
            <a:r>
              <a:rPr lang="en-IN" dirty="0"/>
              <a:t>First light</a:t>
            </a:r>
          </a:p>
        </p:txBody>
      </p:sp>
      <p:pic>
        <p:nvPicPr>
          <p:cNvPr id="5" name="Content Placeholder 4">
            <a:extLst>
              <a:ext uri="{FF2B5EF4-FFF2-40B4-BE49-F238E27FC236}">
                <a16:creationId xmlns:a16="http://schemas.microsoft.com/office/drawing/2014/main" id="{E9322C3E-6124-D062-C248-3C321530A5B9}"/>
              </a:ext>
            </a:extLst>
          </p:cNvPr>
          <p:cNvPicPr>
            <a:picLocks noGrp="1" noChangeAspect="1"/>
          </p:cNvPicPr>
          <p:nvPr>
            <p:ph idx="1"/>
          </p:nvPr>
        </p:nvPicPr>
        <p:blipFill>
          <a:blip r:embed="rId2"/>
          <a:stretch>
            <a:fillRect/>
          </a:stretch>
        </p:blipFill>
        <p:spPr>
          <a:xfrm>
            <a:off x="2469885" y="1360011"/>
            <a:ext cx="7252230" cy="4351338"/>
          </a:xfrm>
          <a:prstGeom prst="rect">
            <a:avLst/>
          </a:prstGeom>
        </p:spPr>
      </p:pic>
    </p:spTree>
    <p:extLst>
      <p:ext uri="{BB962C8B-B14F-4D97-AF65-F5344CB8AC3E}">
        <p14:creationId xmlns:p14="http://schemas.microsoft.com/office/powerpoint/2010/main" val="361120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18751-9FC2-4471-3CDC-9ADBB5086A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115BF9-5BAC-9CBF-3551-879F91D2CFA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82C52A1-3F92-C5E1-F08E-F1BF1A653B48}"/>
              </a:ext>
            </a:extLst>
          </p:cNvPr>
          <p:cNvPicPr>
            <a:picLocks noChangeAspect="1"/>
          </p:cNvPicPr>
          <p:nvPr/>
        </p:nvPicPr>
        <p:blipFill>
          <a:blip r:embed="rId2"/>
          <a:stretch>
            <a:fillRect/>
          </a:stretch>
        </p:blipFill>
        <p:spPr>
          <a:xfrm>
            <a:off x="1788898" y="193357"/>
            <a:ext cx="8614203" cy="6148388"/>
          </a:xfrm>
          <a:prstGeom prst="rect">
            <a:avLst/>
          </a:prstGeom>
        </p:spPr>
      </p:pic>
    </p:spTree>
    <p:extLst>
      <p:ext uri="{BB962C8B-B14F-4D97-AF65-F5344CB8AC3E}">
        <p14:creationId xmlns:p14="http://schemas.microsoft.com/office/powerpoint/2010/main" val="3362789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F2EE1-785F-2A5C-B4D1-C1F302F3684C}"/>
              </a:ext>
            </a:extLst>
          </p:cNvPr>
          <p:cNvSpPr>
            <a:spLocks noGrp="1"/>
          </p:cNvSpPr>
          <p:nvPr>
            <p:ph type="title"/>
          </p:nvPr>
        </p:nvSpPr>
        <p:spPr/>
        <p:txBody>
          <a:bodyPr/>
          <a:lstStyle/>
          <a:p>
            <a:r>
              <a:rPr lang="en-IN" dirty="0"/>
              <a:t>What next</a:t>
            </a:r>
          </a:p>
        </p:txBody>
      </p:sp>
      <p:sp>
        <p:nvSpPr>
          <p:cNvPr id="3" name="Content Placeholder 2">
            <a:extLst>
              <a:ext uri="{FF2B5EF4-FFF2-40B4-BE49-F238E27FC236}">
                <a16:creationId xmlns:a16="http://schemas.microsoft.com/office/drawing/2014/main" id="{FF7BE8D4-DD5E-AE94-2DB8-5687D901CB21}"/>
              </a:ext>
            </a:extLst>
          </p:cNvPr>
          <p:cNvSpPr>
            <a:spLocks noGrp="1"/>
          </p:cNvSpPr>
          <p:nvPr>
            <p:ph idx="1"/>
          </p:nvPr>
        </p:nvSpPr>
        <p:spPr/>
        <p:txBody>
          <a:bodyPr/>
          <a:lstStyle/>
          <a:p>
            <a:r>
              <a:rPr lang="en-IN" dirty="0"/>
              <a:t>We need to talk about it</a:t>
            </a:r>
          </a:p>
          <a:p>
            <a:endParaRPr lang="en-IN" dirty="0"/>
          </a:p>
        </p:txBody>
      </p:sp>
    </p:spTree>
    <p:extLst>
      <p:ext uri="{BB962C8B-B14F-4D97-AF65-F5344CB8AC3E}">
        <p14:creationId xmlns:p14="http://schemas.microsoft.com/office/powerpoint/2010/main" val="890183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Words>
  <Application>Microsoft Office PowerPoint</Application>
  <PresentationFormat>Widescreen</PresentationFormat>
  <Paragraphs>24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The radio project YI</vt:lpstr>
      <vt:lpstr>The bininging</vt:lpstr>
      <vt:lpstr>PowerPoint Presentation</vt:lpstr>
      <vt:lpstr>The needle in the haystack</vt:lpstr>
      <vt:lpstr>The struggle</vt:lpstr>
      <vt:lpstr>Struggle 2.0</vt:lpstr>
      <vt:lpstr>Fresh struggle </vt:lpstr>
      <vt:lpstr>First light</vt:lpstr>
      <vt:lpstr>PowerPoint Presentation</vt:lpstr>
      <vt:lpstr>What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vinayak nayak</dc:creator>
  <cp:lastModifiedBy>vinayak nayak</cp:lastModifiedBy>
  <cp:revision>1</cp:revision>
  <dcterms:created xsi:type="dcterms:W3CDTF">2026-10-04T15:52:10Z</dcterms:created>
  <dcterms:modified xsi:type="dcterms:W3CDTF">2026-10-04T15:52:22Z</dcterms:modified>
</cp:coreProperties>
</file>